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424"/>
    <a:srgbClr val="494949"/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A1D0-6E65-4F62-B552-C6C77A4C0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C04D4-0066-4B86-A873-94453D211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D306-576B-4DD1-B8A0-DE789D70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3838F-9B74-4668-B2EC-6D18FD4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613DE-9C6D-4FF9-A8E0-F454BB87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4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FF98-23CA-4B25-A5B3-6EFC0493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6E48-AFAB-4F58-8087-B5C77B57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F7069-C15C-43BD-8518-C022F94C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AD61D-BE64-40ED-AD5C-953CEB44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16D3-017F-4D45-975E-0764BCD3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7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6D40-C8DC-4608-A05A-D53396D1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F9391-3C47-449A-8612-8822D9A94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43DA8-9347-4A1C-8A1D-088979E0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A0ACA-12D5-4309-89E6-ACB99C32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1B05-7A5C-4A41-B8A1-C4EFF7AD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27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0160-5AC8-4EF9-9034-23F4AC71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69DD-5501-441B-8DDE-561A3D5E5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5DBE0-079F-4258-B36C-BE94C68C5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2D862-0506-4B91-9F67-3D17DAF3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F41D1-6FDA-4FAA-B263-DA0954454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80F36-E747-4534-8182-B4C84F91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1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99FE-801F-4181-8FF0-CCF3E111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A74DA-7F3D-4052-8CD7-082F704FF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2181-DEE0-4404-B2BA-2FB5E9C35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91390-26E8-48CF-BB2A-8475C114E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A33BA-E482-4D77-B079-74E7E3D3F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FAD00-32C3-4FF1-8DD2-03ACB193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928D33-AA64-417C-AC18-22B43BCF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CFFC4-E546-48F8-A5A1-98A99DD2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1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040B-14BB-4F4D-9CA7-40A5A32D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F8EB9-DD9D-469B-875A-B5B4C0E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CD31D-8E0E-4CC4-B328-795890C0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BB34-F780-4DA6-BF18-664BF29D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4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611C25-C124-44FF-85C9-6205D29B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FCF05-A267-41E6-8D4E-CAC74BAE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ADDF9-D9C0-4116-A484-EC7BBF19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8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2382-026A-4B67-B2E8-692767897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75C6C-893D-41DD-9F10-679E289B0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07AD1-CF03-41B5-94B4-B8BE9189C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FA309-7358-4B08-BD1A-6B7BC0C4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4291B-B98A-48A2-89F5-9A82AEB0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C6EC7-6763-47D7-B2AD-7785C09D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3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4E6B1-689C-49AE-8815-4B6CA56A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D5BC6-2D90-4C81-94C7-CB3D8735F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8C170-9DD9-4B1C-AFDB-6769AD194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39599-9686-41C1-8C36-F921F53C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1AAD8-BB7E-4DB7-BED4-097A015F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29FF9-4DA5-4E33-85EA-5B90D60C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6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DA90-FE79-4911-9016-37078F08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CCC51-583C-46EF-B489-E98CB9703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D17F8-E5D3-4CD4-9BBB-A7BB94C8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DB538-E979-4881-A034-C617ABFA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81119-06E6-4BB4-873A-238BE754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0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96C85-3EDF-45A7-8FB4-05CCB6A92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DE26F-6803-4485-B2DE-18116820A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30BF-F982-4047-8ACA-97ECBABD1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7B471-01F8-4EB3-8FE8-621780AF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31E55-6F22-44E4-85C1-C1F79E81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3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F037B-071E-43A5-B7C2-6C61140D9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7E13E-8980-4A50-830B-3A8C5D520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34105-14C4-4743-B1F1-95F9C0C44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E49B9-1151-4A47-AE2E-D86983708FE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249B-3814-4209-813E-5179170B9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D78-B290-4F62-B15A-92D6B6043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0D045-EF7F-4C22-84D9-B8D6E16E4F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03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DE0FEDD-EAC9-CCB9-8AC5-2011928E1BFC}"/>
              </a:ext>
            </a:extLst>
          </p:cNvPr>
          <p:cNvSpPr/>
          <p:nvPr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FDCCC3-F0DC-4F6A-B711-D1F7BCE0AAC7}"/>
              </a:ext>
            </a:extLst>
          </p:cNvPr>
          <p:cNvSpPr/>
          <p:nvPr/>
        </p:nvSpPr>
        <p:spPr>
          <a:xfrm>
            <a:off x="-1200" y="838824"/>
            <a:ext cx="12193200" cy="727689"/>
          </a:xfrm>
          <a:prstGeom prst="rect">
            <a:avLst/>
          </a:prstGeom>
          <a:gradFill>
            <a:gsLst>
              <a:gs pos="100000">
                <a:schemeClr val="tx1"/>
              </a:gs>
              <a:gs pos="0">
                <a:srgbClr val="2424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3EC356F-B845-4B03-AB75-EE8B9CE0CF41}"/>
              </a:ext>
            </a:extLst>
          </p:cNvPr>
          <p:cNvSpPr/>
          <p:nvPr/>
        </p:nvSpPr>
        <p:spPr>
          <a:xfrm>
            <a:off x="102512" y="1854727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F2E582B-DC2C-4292-B8F6-0E31AD24BE09}"/>
              </a:ext>
            </a:extLst>
          </p:cNvPr>
          <p:cNvSpPr/>
          <p:nvPr/>
        </p:nvSpPr>
        <p:spPr>
          <a:xfrm>
            <a:off x="102512" y="5728358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76506357-72BE-48B2-A250-F552CF66605C}"/>
              </a:ext>
            </a:extLst>
          </p:cNvPr>
          <p:cNvSpPr/>
          <p:nvPr/>
        </p:nvSpPr>
        <p:spPr>
          <a:xfrm>
            <a:off x="7469498" y="944646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AF223-073A-4BEC-876F-2CB5B890B592}"/>
              </a:ext>
            </a:extLst>
          </p:cNvPr>
          <p:cNvSpPr/>
          <p:nvPr/>
        </p:nvSpPr>
        <p:spPr>
          <a:xfrm>
            <a:off x="9266548" y="959964"/>
            <a:ext cx="2801332" cy="381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40F492-7749-4A2E-8461-5866513FF04B}"/>
              </a:ext>
            </a:extLst>
          </p:cNvPr>
          <p:cNvSpPr/>
          <p:nvPr/>
        </p:nvSpPr>
        <p:spPr>
          <a:xfrm>
            <a:off x="7400041" y="4890941"/>
            <a:ext cx="4667839" cy="1905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C3DAE0-A43F-4710-8C3C-B10FBA121365}"/>
              </a:ext>
            </a:extLst>
          </p:cNvPr>
          <p:cNvSpPr/>
          <p:nvPr/>
        </p:nvSpPr>
        <p:spPr>
          <a:xfrm>
            <a:off x="1972411" y="1889291"/>
            <a:ext cx="2322000" cy="21163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AE9B2-65AA-480E-B169-2003EF344B0D}"/>
              </a:ext>
            </a:extLst>
          </p:cNvPr>
          <p:cNvSpPr/>
          <p:nvPr/>
        </p:nvSpPr>
        <p:spPr>
          <a:xfrm>
            <a:off x="4394872" y="1889291"/>
            <a:ext cx="2322000" cy="21163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644CB0-5C25-43DF-9838-0CA7B73BAA59}"/>
              </a:ext>
            </a:extLst>
          </p:cNvPr>
          <p:cNvSpPr/>
          <p:nvPr/>
        </p:nvSpPr>
        <p:spPr>
          <a:xfrm>
            <a:off x="6817333" y="1889291"/>
            <a:ext cx="2322000" cy="21163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3DD0F803-D9A3-41A2-B32C-080D5BBB8BAB}"/>
              </a:ext>
            </a:extLst>
          </p:cNvPr>
          <p:cNvSpPr/>
          <p:nvPr/>
        </p:nvSpPr>
        <p:spPr>
          <a:xfrm>
            <a:off x="1972411" y="944646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D8536AA8-21AE-4E2C-A923-23431C8FEAA4}"/>
              </a:ext>
            </a:extLst>
          </p:cNvPr>
          <p:cNvSpPr/>
          <p:nvPr/>
        </p:nvSpPr>
        <p:spPr>
          <a:xfrm>
            <a:off x="3804773" y="944646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E9E51E1-B2D9-4370-B5FE-3C580F975544}"/>
              </a:ext>
            </a:extLst>
          </p:cNvPr>
          <p:cNvSpPr/>
          <p:nvPr/>
        </p:nvSpPr>
        <p:spPr>
          <a:xfrm>
            <a:off x="5637135" y="944646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98347-438C-468B-957A-992785DC2749}"/>
              </a:ext>
            </a:extLst>
          </p:cNvPr>
          <p:cNvSpPr/>
          <p:nvPr/>
        </p:nvSpPr>
        <p:spPr>
          <a:xfrm>
            <a:off x="1990411" y="4111265"/>
            <a:ext cx="5338724" cy="26846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8BAC4603-D497-4255-A569-5CB8A7B06FD9}"/>
              </a:ext>
            </a:extLst>
          </p:cNvPr>
          <p:cNvSpPr/>
          <p:nvPr/>
        </p:nvSpPr>
        <p:spPr>
          <a:xfrm>
            <a:off x="102512" y="3145937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47407CF0-1C2F-4026-B010-B68786566477}"/>
              </a:ext>
            </a:extLst>
          </p:cNvPr>
          <p:cNvSpPr/>
          <p:nvPr/>
        </p:nvSpPr>
        <p:spPr>
          <a:xfrm>
            <a:off x="102512" y="4437147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7C54FB3F-24B0-406D-80CE-63A4977C83A5}"/>
              </a:ext>
            </a:extLst>
          </p:cNvPr>
          <p:cNvSpPr/>
          <p:nvPr/>
        </p:nvSpPr>
        <p:spPr>
          <a:xfrm>
            <a:off x="102512" y="838825"/>
            <a:ext cx="849988" cy="732756"/>
          </a:xfrm>
          <a:prstGeom prst="round2SameRect">
            <a:avLst>
              <a:gd name="adj1" fmla="val 25560"/>
              <a:gd name="adj2" fmla="val 0"/>
            </a:avLst>
          </a:prstGeom>
          <a:gradFill>
            <a:gsLst>
              <a:gs pos="0">
                <a:srgbClr val="494949"/>
              </a:gs>
              <a:gs pos="36000">
                <a:schemeClr val="bg1">
                  <a:lumMod val="85000"/>
                </a:schemeClr>
              </a:gs>
              <a:gs pos="91000">
                <a:srgbClr val="2424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7B6F4A87-167B-7ED2-20BA-11E9410C7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06" y="233983"/>
            <a:ext cx="1444905" cy="37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5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C57B2E8-4184-DFA4-B61B-B1F689E7A042}"/>
              </a:ext>
            </a:extLst>
          </p:cNvPr>
          <p:cNvSpPr/>
          <p:nvPr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0B2A47C-4207-930B-60B1-32C0D66B0BE5}"/>
              </a:ext>
            </a:extLst>
          </p:cNvPr>
          <p:cNvSpPr/>
          <p:nvPr/>
        </p:nvSpPr>
        <p:spPr>
          <a:xfrm>
            <a:off x="-1200" y="838824"/>
            <a:ext cx="12193200" cy="727689"/>
          </a:xfrm>
          <a:prstGeom prst="rect">
            <a:avLst/>
          </a:prstGeom>
          <a:gradFill>
            <a:gsLst>
              <a:gs pos="100000">
                <a:schemeClr val="tx1"/>
              </a:gs>
              <a:gs pos="0">
                <a:srgbClr val="2424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3EC356F-B845-4B03-AB75-EE8B9CE0CF41}"/>
              </a:ext>
            </a:extLst>
          </p:cNvPr>
          <p:cNvSpPr/>
          <p:nvPr/>
        </p:nvSpPr>
        <p:spPr>
          <a:xfrm>
            <a:off x="102512" y="1854727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F2E582B-DC2C-4292-B8F6-0E31AD24BE09}"/>
              </a:ext>
            </a:extLst>
          </p:cNvPr>
          <p:cNvSpPr/>
          <p:nvPr/>
        </p:nvSpPr>
        <p:spPr>
          <a:xfrm>
            <a:off x="102512" y="5728358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76506357-72BE-48B2-A250-F552CF66605C}"/>
              </a:ext>
            </a:extLst>
          </p:cNvPr>
          <p:cNvSpPr/>
          <p:nvPr/>
        </p:nvSpPr>
        <p:spPr>
          <a:xfrm>
            <a:off x="10428132" y="944645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4AF223-073A-4BEC-876F-2CB5B890B592}"/>
              </a:ext>
            </a:extLst>
          </p:cNvPr>
          <p:cNvSpPr/>
          <p:nvPr/>
        </p:nvSpPr>
        <p:spPr>
          <a:xfrm>
            <a:off x="8259810" y="1854726"/>
            <a:ext cx="3860322" cy="49412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D8536AA8-21AE-4E2C-A923-23431C8FEAA4}"/>
              </a:ext>
            </a:extLst>
          </p:cNvPr>
          <p:cNvSpPr/>
          <p:nvPr/>
        </p:nvSpPr>
        <p:spPr>
          <a:xfrm>
            <a:off x="6763407" y="944645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Alternate Process 26">
            <a:extLst>
              <a:ext uri="{FF2B5EF4-FFF2-40B4-BE49-F238E27FC236}">
                <a16:creationId xmlns:a16="http://schemas.microsoft.com/office/drawing/2014/main" id="{AE9E51E1-B2D9-4370-B5FE-3C580F975544}"/>
              </a:ext>
            </a:extLst>
          </p:cNvPr>
          <p:cNvSpPr/>
          <p:nvPr/>
        </p:nvSpPr>
        <p:spPr>
          <a:xfrm>
            <a:off x="8595769" y="944645"/>
            <a:ext cx="1692000" cy="838986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98347-438C-468B-957A-992785DC2749}"/>
              </a:ext>
            </a:extLst>
          </p:cNvPr>
          <p:cNvSpPr/>
          <p:nvPr/>
        </p:nvSpPr>
        <p:spPr>
          <a:xfrm>
            <a:off x="1990411" y="4319180"/>
            <a:ext cx="6143939" cy="24767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8BAC4603-D497-4255-A569-5CB8A7B06FD9}"/>
              </a:ext>
            </a:extLst>
          </p:cNvPr>
          <p:cNvSpPr/>
          <p:nvPr/>
        </p:nvSpPr>
        <p:spPr>
          <a:xfrm>
            <a:off x="102512" y="3145937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47407CF0-1C2F-4026-B010-B68786566477}"/>
              </a:ext>
            </a:extLst>
          </p:cNvPr>
          <p:cNvSpPr/>
          <p:nvPr/>
        </p:nvSpPr>
        <p:spPr>
          <a:xfrm>
            <a:off x="102512" y="4437147"/>
            <a:ext cx="1761242" cy="1067582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01E3A2-B736-40B0-B8F1-9D8AEF0DB326}"/>
              </a:ext>
            </a:extLst>
          </p:cNvPr>
          <p:cNvSpPr/>
          <p:nvPr/>
        </p:nvSpPr>
        <p:spPr>
          <a:xfrm>
            <a:off x="1989214" y="1889292"/>
            <a:ext cx="6145136" cy="23242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FC49C09C-4E95-CFF1-665E-6853A6E49874}"/>
              </a:ext>
            </a:extLst>
          </p:cNvPr>
          <p:cNvSpPr/>
          <p:nvPr/>
        </p:nvSpPr>
        <p:spPr>
          <a:xfrm>
            <a:off x="969287" y="833757"/>
            <a:ext cx="849988" cy="732756"/>
          </a:xfrm>
          <a:prstGeom prst="round2SameRect">
            <a:avLst>
              <a:gd name="adj1" fmla="val 25560"/>
              <a:gd name="adj2" fmla="val 0"/>
            </a:avLst>
          </a:prstGeom>
          <a:gradFill>
            <a:gsLst>
              <a:gs pos="0">
                <a:srgbClr val="494949"/>
              </a:gs>
              <a:gs pos="36000">
                <a:schemeClr val="bg1">
                  <a:lumMod val="85000"/>
                </a:schemeClr>
              </a:gs>
              <a:gs pos="91000">
                <a:srgbClr val="24242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3B1553F4-D374-173B-64A9-16586ABBD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06" y="233983"/>
            <a:ext cx="1444905" cy="37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2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Moura Marcos (SO/OPM75-BR)</dc:creator>
  <cp:lastModifiedBy>Evandro Sperandiu</cp:lastModifiedBy>
  <cp:revision>18</cp:revision>
  <dcterms:created xsi:type="dcterms:W3CDTF">2021-10-14T14:12:55Z</dcterms:created>
  <dcterms:modified xsi:type="dcterms:W3CDTF">2025-04-02T10:05:13Z</dcterms:modified>
</cp:coreProperties>
</file>